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Analytics Internship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ApexPlanet Software Pvt. Ltd.</a:t>
            </a:r>
          </a:p>
          <a:p>
            <a:r>
              <a:t>Karnayana Bala</a:t>
            </a:r>
          </a:p>
          <a:p>
            <a:r>
              <a:t>Summer Internship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real-world Sales Dataset (1000 records)</a:t>
            </a:r>
          </a:p>
          <a:p>
            <a:r>
              <a:t>• Identify key business insights</a:t>
            </a:r>
          </a:p>
          <a:p>
            <a:r>
              <a:t>• Perform Statistical Hypothesis Testing</a:t>
            </a:r>
          </a:p>
          <a:p>
            <a:r>
              <a:t>• Build Interactive Dashboard</a:t>
            </a:r>
          </a:p>
          <a:p>
            <a:r>
              <a:t>• Present findings to stakeholders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Revenue: ₹139.40 Million</a:t>
            </a:r>
          </a:p>
          <a:p>
            <a:r>
              <a:t>• Electronics is #1 Category (₹50.77M)</a:t>
            </a:r>
          </a:p>
          <a:p>
            <a:r>
              <a:t>• Top Customer: Customer_335 (₹16.8L)</a:t>
            </a:r>
          </a:p>
          <a:p>
            <a:r>
              <a:t>• Bengaluru has highest Avg Order Value</a:t>
            </a:r>
          </a:p>
          <a:p>
            <a:r>
              <a:t>• Unit Price &amp; Sales: Strong Correlation (0.69)</a:t>
            </a:r>
          </a:p>
          <a:p>
            <a:r>
              <a:t>• Male vs Female sales: No significant difference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1: Male vs Female Sales</a:t>
            </a:r>
          </a:p>
          <a:p>
            <a:r>
              <a:t>• T-statistic: 0.6820</a:t>
            </a:r>
          </a:p>
          <a:p>
            <a:r>
              <a:t>• P-value: 0.4954</a:t>
            </a:r>
          </a:p>
          <a:p>
            <a:r>
              <a:t>• Result: No significant difference</a:t>
            </a:r>
          </a:p>
          <a:p/>
          <a:p>
            <a:r>
              <a:t>Test 2: Electronics vs Other Categories</a:t>
            </a:r>
          </a:p>
          <a:p>
            <a:r>
              <a:t>• T-statistic: 0.8293</a:t>
            </a:r>
          </a:p>
          <a:p>
            <a:r>
              <a:t>• P-value: 0.4071</a:t>
            </a:r>
          </a:p>
          <a:p>
            <a:r>
              <a:t>• Result: No significant difference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more investment on Electronics category</a:t>
            </a:r>
          </a:p>
          <a:p>
            <a:r>
              <a:t>• Target Bengaluru &amp; Pune markets (highest AOV)</a:t>
            </a:r>
          </a:p>
          <a:p>
            <a:r>
              <a:t>• Higher priced products drive more revenue</a:t>
            </a:r>
          </a:p>
          <a:p>
            <a:r>
              <a:t>• Equal marketing strategy for Male &amp; Female</a:t>
            </a:r>
          </a:p>
          <a:p>
            <a:r>
              <a:t>• Expand product range in top performing cities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analyzed 1000 sales records</a:t>
            </a:r>
          </a:p>
          <a:p>
            <a:r>
              <a:t>• Identified key revenue drivers</a:t>
            </a:r>
          </a:p>
          <a:p>
            <a:r>
              <a:t>• Statistical tests validated business insights</a:t>
            </a:r>
          </a:p>
          <a:p>
            <a:r>
              <a:t>• Interactive Power BI Dashboard created</a:t>
            </a:r>
          </a:p>
          <a:p>
            <a:r>
              <a:t>• Data-driven recommendations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